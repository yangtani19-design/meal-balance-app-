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060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2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539" y="-499"/>
      </p:cViewPr>
      <p:guideLst>
        <p:guide orient="horz" pos="2160"/>
        <p:guide pos="12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62" y="1122363"/>
            <a:ext cx="3451701" cy="2387600"/>
          </a:xfrm>
        </p:spPr>
        <p:txBody>
          <a:bodyPr anchor="b"/>
          <a:lstStyle>
            <a:lvl1pPr algn="ctr">
              <a:defRPr sz="26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7603" y="3602038"/>
            <a:ext cx="3045619" cy="1655762"/>
          </a:xfrm>
        </p:spPr>
        <p:txBody>
          <a:bodyPr/>
          <a:lstStyle>
            <a:lvl1pPr marL="0" indent="0" algn="ctr">
              <a:buNone/>
              <a:defRPr sz="1066"/>
            </a:lvl1pPr>
            <a:lvl2pPr marL="203043" indent="0" algn="ctr">
              <a:buNone/>
              <a:defRPr sz="888"/>
            </a:lvl2pPr>
            <a:lvl3pPr marL="406085" indent="0" algn="ctr">
              <a:buNone/>
              <a:defRPr sz="799"/>
            </a:lvl3pPr>
            <a:lvl4pPr marL="609128" indent="0" algn="ctr">
              <a:buNone/>
              <a:defRPr sz="711"/>
            </a:lvl4pPr>
            <a:lvl5pPr marL="812170" indent="0" algn="ctr">
              <a:buNone/>
              <a:defRPr sz="711"/>
            </a:lvl5pPr>
            <a:lvl6pPr marL="1015213" indent="0" algn="ctr">
              <a:buNone/>
              <a:defRPr sz="711"/>
            </a:lvl6pPr>
            <a:lvl7pPr marL="1218255" indent="0" algn="ctr">
              <a:buNone/>
              <a:defRPr sz="711"/>
            </a:lvl7pPr>
            <a:lvl8pPr marL="1421298" indent="0" algn="ctr">
              <a:buNone/>
              <a:defRPr sz="711"/>
            </a:lvl8pPr>
            <a:lvl9pPr marL="1624340" indent="0" algn="ctr">
              <a:buNone/>
              <a:defRPr sz="71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06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0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67" y="1709740"/>
            <a:ext cx="3502462" cy="2852737"/>
          </a:xfrm>
        </p:spPr>
        <p:txBody>
          <a:bodyPr anchor="b"/>
          <a:lstStyle>
            <a:lvl1pPr>
              <a:defRPr sz="26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67" y="4589465"/>
            <a:ext cx="3502462" cy="1500187"/>
          </a:xfrm>
        </p:spPr>
        <p:txBody>
          <a:bodyPr/>
          <a:lstStyle>
            <a:lvl1pPr marL="0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1pPr>
            <a:lvl2pPr marL="203043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2pPr>
            <a:lvl3pPr marL="406085" indent="0">
              <a:buNone/>
              <a:defRPr sz="799">
                <a:solidFill>
                  <a:schemeClr val="tx1">
                    <a:tint val="82000"/>
                  </a:schemeClr>
                </a:solidFill>
              </a:defRPr>
            </a:lvl3pPr>
            <a:lvl4pPr marL="609128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4pPr>
            <a:lvl5pPr marL="812170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5pPr>
            <a:lvl6pPr marL="1015213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6pPr>
            <a:lvl7pPr marL="1218255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7pPr>
            <a:lvl8pPr marL="1421298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8pPr>
            <a:lvl9pPr marL="1624340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9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182" y="1825625"/>
            <a:ext cx="1725851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55792" y="1825625"/>
            <a:ext cx="1725851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08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10" y="365127"/>
            <a:ext cx="35024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11" y="1681163"/>
            <a:ext cx="1717919" cy="823912"/>
          </a:xfrm>
        </p:spPr>
        <p:txBody>
          <a:bodyPr anchor="b"/>
          <a:lstStyle>
            <a:lvl1pPr marL="0" indent="0">
              <a:buNone/>
              <a:defRPr sz="1066" b="1"/>
            </a:lvl1pPr>
            <a:lvl2pPr marL="203043" indent="0">
              <a:buNone/>
              <a:defRPr sz="888" b="1"/>
            </a:lvl2pPr>
            <a:lvl3pPr marL="406085" indent="0">
              <a:buNone/>
              <a:defRPr sz="799" b="1"/>
            </a:lvl3pPr>
            <a:lvl4pPr marL="609128" indent="0">
              <a:buNone/>
              <a:defRPr sz="711" b="1"/>
            </a:lvl4pPr>
            <a:lvl5pPr marL="812170" indent="0">
              <a:buNone/>
              <a:defRPr sz="711" b="1"/>
            </a:lvl5pPr>
            <a:lvl6pPr marL="1015213" indent="0">
              <a:buNone/>
              <a:defRPr sz="711" b="1"/>
            </a:lvl6pPr>
            <a:lvl7pPr marL="1218255" indent="0">
              <a:buNone/>
              <a:defRPr sz="711" b="1"/>
            </a:lvl7pPr>
            <a:lvl8pPr marL="1421298" indent="0">
              <a:buNone/>
              <a:defRPr sz="711" b="1"/>
            </a:lvl8pPr>
            <a:lvl9pPr marL="1624340" indent="0">
              <a:buNone/>
              <a:defRPr sz="7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9711" y="2505075"/>
            <a:ext cx="1717919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55793" y="1681163"/>
            <a:ext cx="1726380" cy="823912"/>
          </a:xfrm>
        </p:spPr>
        <p:txBody>
          <a:bodyPr anchor="b"/>
          <a:lstStyle>
            <a:lvl1pPr marL="0" indent="0">
              <a:buNone/>
              <a:defRPr sz="1066" b="1"/>
            </a:lvl1pPr>
            <a:lvl2pPr marL="203043" indent="0">
              <a:buNone/>
              <a:defRPr sz="888" b="1"/>
            </a:lvl2pPr>
            <a:lvl3pPr marL="406085" indent="0">
              <a:buNone/>
              <a:defRPr sz="799" b="1"/>
            </a:lvl3pPr>
            <a:lvl4pPr marL="609128" indent="0">
              <a:buNone/>
              <a:defRPr sz="711" b="1"/>
            </a:lvl4pPr>
            <a:lvl5pPr marL="812170" indent="0">
              <a:buNone/>
              <a:defRPr sz="711" b="1"/>
            </a:lvl5pPr>
            <a:lvl6pPr marL="1015213" indent="0">
              <a:buNone/>
              <a:defRPr sz="711" b="1"/>
            </a:lvl6pPr>
            <a:lvl7pPr marL="1218255" indent="0">
              <a:buNone/>
              <a:defRPr sz="711" b="1"/>
            </a:lvl7pPr>
            <a:lvl8pPr marL="1421298" indent="0">
              <a:buNone/>
              <a:defRPr sz="711" b="1"/>
            </a:lvl8pPr>
            <a:lvl9pPr marL="1624340" indent="0">
              <a:buNone/>
              <a:defRPr sz="7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55793" y="2505075"/>
            <a:ext cx="172638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37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9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33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11" y="457200"/>
            <a:ext cx="1309722" cy="1600200"/>
          </a:xfrm>
        </p:spPr>
        <p:txBody>
          <a:bodyPr anchor="b"/>
          <a:lstStyle>
            <a:lvl1pPr>
              <a:defRPr sz="14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6379" y="987427"/>
            <a:ext cx="2055793" cy="4873625"/>
          </a:xfrm>
        </p:spPr>
        <p:txBody>
          <a:bodyPr/>
          <a:lstStyle>
            <a:lvl1pPr>
              <a:defRPr sz="1421"/>
            </a:lvl1pPr>
            <a:lvl2pPr>
              <a:defRPr sz="1243"/>
            </a:lvl2pPr>
            <a:lvl3pPr>
              <a:defRPr sz="1066"/>
            </a:lvl3pPr>
            <a:lvl4pPr>
              <a:defRPr sz="888"/>
            </a:lvl4pPr>
            <a:lvl5pPr>
              <a:defRPr sz="888"/>
            </a:lvl5pPr>
            <a:lvl6pPr>
              <a:defRPr sz="888"/>
            </a:lvl6pPr>
            <a:lvl7pPr>
              <a:defRPr sz="888"/>
            </a:lvl7pPr>
            <a:lvl8pPr>
              <a:defRPr sz="888"/>
            </a:lvl8pPr>
            <a:lvl9pPr>
              <a:defRPr sz="8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711" y="2057400"/>
            <a:ext cx="1309722" cy="3811588"/>
          </a:xfrm>
        </p:spPr>
        <p:txBody>
          <a:bodyPr/>
          <a:lstStyle>
            <a:lvl1pPr marL="0" indent="0">
              <a:buNone/>
              <a:defRPr sz="711"/>
            </a:lvl1pPr>
            <a:lvl2pPr marL="203043" indent="0">
              <a:buNone/>
              <a:defRPr sz="622"/>
            </a:lvl2pPr>
            <a:lvl3pPr marL="406085" indent="0">
              <a:buNone/>
              <a:defRPr sz="533"/>
            </a:lvl3pPr>
            <a:lvl4pPr marL="609128" indent="0">
              <a:buNone/>
              <a:defRPr sz="444"/>
            </a:lvl4pPr>
            <a:lvl5pPr marL="812170" indent="0">
              <a:buNone/>
              <a:defRPr sz="444"/>
            </a:lvl5pPr>
            <a:lvl6pPr marL="1015213" indent="0">
              <a:buNone/>
              <a:defRPr sz="444"/>
            </a:lvl6pPr>
            <a:lvl7pPr marL="1218255" indent="0">
              <a:buNone/>
              <a:defRPr sz="444"/>
            </a:lvl7pPr>
            <a:lvl8pPr marL="1421298" indent="0">
              <a:buNone/>
              <a:defRPr sz="444"/>
            </a:lvl8pPr>
            <a:lvl9pPr marL="1624340" indent="0">
              <a:buNone/>
              <a:defRPr sz="44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38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11" y="457200"/>
            <a:ext cx="1309722" cy="1600200"/>
          </a:xfrm>
        </p:spPr>
        <p:txBody>
          <a:bodyPr anchor="b"/>
          <a:lstStyle>
            <a:lvl1pPr>
              <a:defRPr sz="14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26379" y="987427"/>
            <a:ext cx="2055793" cy="4873625"/>
          </a:xfrm>
        </p:spPr>
        <p:txBody>
          <a:bodyPr anchor="t"/>
          <a:lstStyle>
            <a:lvl1pPr marL="0" indent="0">
              <a:buNone/>
              <a:defRPr sz="1421"/>
            </a:lvl1pPr>
            <a:lvl2pPr marL="203043" indent="0">
              <a:buNone/>
              <a:defRPr sz="1243"/>
            </a:lvl2pPr>
            <a:lvl3pPr marL="406085" indent="0">
              <a:buNone/>
              <a:defRPr sz="1066"/>
            </a:lvl3pPr>
            <a:lvl4pPr marL="609128" indent="0">
              <a:buNone/>
              <a:defRPr sz="888"/>
            </a:lvl4pPr>
            <a:lvl5pPr marL="812170" indent="0">
              <a:buNone/>
              <a:defRPr sz="888"/>
            </a:lvl5pPr>
            <a:lvl6pPr marL="1015213" indent="0">
              <a:buNone/>
              <a:defRPr sz="888"/>
            </a:lvl6pPr>
            <a:lvl7pPr marL="1218255" indent="0">
              <a:buNone/>
              <a:defRPr sz="888"/>
            </a:lvl7pPr>
            <a:lvl8pPr marL="1421298" indent="0">
              <a:buNone/>
              <a:defRPr sz="888"/>
            </a:lvl8pPr>
            <a:lvl9pPr marL="1624340" indent="0">
              <a:buNone/>
              <a:defRPr sz="88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711" y="2057400"/>
            <a:ext cx="1309722" cy="3811588"/>
          </a:xfrm>
        </p:spPr>
        <p:txBody>
          <a:bodyPr/>
          <a:lstStyle>
            <a:lvl1pPr marL="0" indent="0">
              <a:buNone/>
              <a:defRPr sz="711"/>
            </a:lvl1pPr>
            <a:lvl2pPr marL="203043" indent="0">
              <a:buNone/>
              <a:defRPr sz="622"/>
            </a:lvl2pPr>
            <a:lvl3pPr marL="406085" indent="0">
              <a:buNone/>
              <a:defRPr sz="533"/>
            </a:lvl3pPr>
            <a:lvl4pPr marL="609128" indent="0">
              <a:buNone/>
              <a:defRPr sz="444"/>
            </a:lvl4pPr>
            <a:lvl5pPr marL="812170" indent="0">
              <a:buNone/>
              <a:defRPr sz="444"/>
            </a:lvl5pPr>
            <a:lvl6pPr marL="1015213" indent="0">
              <a:buNone/>
              <a:defRPr sz="444"/>
            </a:lvl6pPr>
            <a:lvl7pPr marL="1218255" indent="0">
              <a:buNone/>
              <a:defRPr sz="444"/>
            </a:lvl7pPr>
            <a:lvl8pPr marL="1421298" indent="0">
              <a:buNone/>
              <a:defRPr sz="444"/>
            </a:lvl8pPr>
            <a:lvl9pPr marL="1624340" indent="0">
              <a:buNone/>
              <a:defRPr sz="44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00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06028" y="365125"/>
            <a:ext cx="87561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182" y="365125"/>
            <a:ext cx="2576086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73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182" y="365127"/>
            <a:ext cx="35024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182" y="1825625"/>
            <a:ext cx="3502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182" y="6356352"/>
            <a:ext cx="9136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49512-C539-40C5-B48E-821EA8B6F01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5149" y="6356352"/>
            <a:ext cx="1370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67957" y="6356352"/>
            <a:ext cx="9136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F3A7F-6070-4DCD-99F6-3970C6DCCD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44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6085" rtl="0" eaLnBrk="1" latinLnBrk="1" hangingPunct="1">
        <a:lnSpc>
          <a:spcPct val="90000"/>
        </a:lnSpc>
        <a:spcBef>
          <a:spcPct val="0"/>
        </a:spcBef>
        <a:buNone/>
        <a:defRPr sz="19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1521" indent="-101521" algn="l" defTabSz="406085" rtl="0" eaLnBrk="1" latinLnBrk="1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243" kern="1200">
          <a:solidFill>
            <a:schemeClr val="tx1"/>
          </a:solidFill>
          <a:latin typeface="+mn-lt"/>
          <a:ea typeface="+mn-ea"/>
          <a:cs typeface="+mn-cs"/>
        </a:defRPr>
      </a:lvl1pPr>
      <a:lvl2pPr marL="304564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2pPr>
      <a:lvl3pPr marL="507606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3pPr>
      <a:lvl4pPr marL="710649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4pPr>
      <a:lvl5pPr marL="913691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5pPr>
      <a:lvl6pPr marL="1116734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6pPr>
      <a:lvl7pPr marL="1319776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7pPr>
      <a:lvl8pPr marL="1522819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8pPr>
      <a:lvl9pPr marL="1725861" indent="-101521" algn="l" defTabSz="406085" rtl="0" eaLnBrk="1" latinLnBrk="1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1pPr>
      <a:lvl2pPr marL="203043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2pPr>
      <a:lvl3pPr marL="406085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3pPr>
      <a:lvl4pPr marL="609128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4pPr>
      <a:lvl5pPr marL="812170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5pPr>
      <a:lvl6pPr marL="1015213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6pPr>
      <a:lvl7pPr marL="1218255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7pPr>
      <a:lvl8pPr marL="1421298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8pPr>
      <a:lvl9pPr marL="1624340" algn="l" defTabSz="406085" rtl="0" eaLnBrk="1" latinLnBrk="1" hangingPunct="1">
        <a:defRPr sz="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60B77F-4D6B-517F-D21E-6F93AA37C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60825" cy="6859216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73E98F7-ECE1-486D-9939-4FCBC59E2E5A}"/>
              </a:ext>
            </a:extLst>
          </p:cNvPr>
          <p:cNvGrpSpPr/>
          <p:nvPr/>
        </p:nvGrpSpPr>
        <p:grpSpPr>
          <a:xfrm>
            <a:off x="-176917" y="2918981"/>
            <a:ext cx="4414660" cy="2639489"/>
            <a:chOff x="-125235" y="2819921"/>
            <a:chExt cx="4414660" cy="263948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434C0B0-4932-4A2E-F8E4-19DB1F971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49706">
              <a:off x="-125235" y="2819921"/>
              <a:ext cx="2619845" cy="261984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9BEFDAF-9FD1-A4A9-89F0-3045A0FE9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23496">
              <a:off x="1669580" y="2839565"/>
              <a:ext cx="2619845" cy="261984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C53C52C-94FA-9535-8D0A-EE5F02253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810" y="2844647"/>
              <a:ext cx="2496571" cy="2496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879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gpwls6421@naver.com</dc:creator>
  <cp:lastModifiedBy>gpwls6421@naver.com</cp:lastModifiedBy>
  <cp:revision>1</cp:revision>
  <dcterms:created xsi:type="dcterms:W3CDTF">2026-05-26T13:01:23Z</dcterms:created>
  <dcterms:modified xsi:type="dcterms:W3CDTF">2026-05-26T13:03:56Z</dcterms:modified>
</cp:coreProperties>
</file>